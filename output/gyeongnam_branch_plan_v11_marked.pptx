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손익분기는 계획의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5.17억의 약 70%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</a:t>
            </a:r>
            <a:r>
              <a:rPr lang="en-US" sz="15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29%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인건비 2.10억(엔지니어 2인 과제비 제외), 거점 고정비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2,508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</a:t>
            </a:r>
            <a:r>
              <a:rPr lang="en-US" sz="105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6,746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70%에서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 집기 0.13억 · 숙소 초기 설치비 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0.10억</a:t>
            </a: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2026 일회성 비용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(0.24)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(0.25)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7.33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C00000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</a:t>
            </a:r>
            <a:r>
              <a:rPr sz="1500" b="0">
                <a:solidFill>
                  <a:srgbClr val="C00000"/>
                </a:solidFill>
                <a:latin typeface="Noto Sans KR"/>
                <a:ea typeface="Noto Sans KR"/>
              </a:rPr>
              <a:t>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611만 원</a:t>
            </a:r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</a:t>
            </a:r>
            <a:r>
              <a:rPr sz="1200" b="1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실속안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611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/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사무 집기 포함 0.24억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 기준 최대 206만 원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0.48억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)에,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초기 일회성 1,041은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2026 일회성 비용에 반영. 2027 거점 영업손익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+1.66억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, 3개년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+7.33억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2.10억 + 경비 순증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엔지니어 2인 인건비는 PI-LAM 과제비 충당) + 현지 채용 TO 3명 + 일회성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0.25억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(3개년, 사무 집기·숙소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포함), 손익분기는 계획의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수준. 3개년 누적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표준안(55개) + 예비비 10% · 2026 일회성 비용 반영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</a:t>
            </a:r>
            <a:r>
              <a:rPr lang="en-US" sz="1000" dirty="0" b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