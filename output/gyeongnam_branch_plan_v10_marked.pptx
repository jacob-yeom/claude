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+1.60억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2.65억. 손익분기는 계획의 62%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+1.60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2.65억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5.30억의 70%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27%를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0.54억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인건비 2.10억(엔지니어 2인 과제비 제외), 거점 고정비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2.65억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</a:t>
            </a:r>
            <a:r>
              <a:rPr lang="en-US" sz="180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2,262</a:t>
            </a: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교통·차량 3,132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</a:t>
            </a:r>
            <a:r>
              <a:rPr lang="en-US" sz="105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7,370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62%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5.30억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62%,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70%에서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2.65억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+1.60억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62%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-0.52억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</a:t>
            </a:r>
            <a:r>
              <a:rPr lang="en-US" sz="9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 416만 원), 주거비는 A4 기준(연 2,262만 원, 숙소 초기 설치비 0.06억은 2026 일회성 비용 반영). </a:t>
            </a: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(0.54)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(0.54)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(1.15)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(0.11)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(0.12)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(0.33)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1.60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6.06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7.33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(1.59)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(0.52)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1.60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2.66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988만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실속안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1,418만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1,041만 원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실속안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(실속안)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(표준안)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1,041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</a:t>
            </a:r>
            <a:r>
              <a:rPr sz="900" b="0">
                <a:solidFill>
                  <a:srgbClr val="C00000"/>
                </a:solidFill>
                <a:latin typeface="Noto Sans KR"/>
                <a:ea typeface="Noto Sans KR"/>
              </a:rPr>
              <a:t>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611만 원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은 2026 일회성 비용에 반영(0.05억 → 0.11억)했습니다.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제외(실속안 기준 최대 179만 원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C00000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주거비 2,262는 경비 순증(2027 0.54억)에, 초기 일회성 611은 2026 일회성 비용에 반영. 2027 거점 영업손익 +1.60억, 3개년 +7.33억.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+1.60억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2.65억 (인건비 2.10억 + 경비 순증 0.54억, 현지 엔지니어 2인 인건비는 PI-LAM 과제비 충당) + 현지 채용 TO 3명 +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약 0.12억(3개년, 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+1.60억(인건비 포함), 손익분기는 계획의 62% 수준. 3개년 누적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0.54억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27%를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/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아반떼급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보증금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30%), 2026 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 2027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864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/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2,000km)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7,370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703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5,392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352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449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70C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70C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70C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 기준(표준안 1,041)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700~900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차량의 30% 기준, 반환 자산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모니터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회의탁자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인테리어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5,392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5,392만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최대 179만 원 감소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2.65억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