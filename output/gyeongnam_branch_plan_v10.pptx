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+1.60억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2.65억. 손익분기는 계획의 62%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2.65억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5.30억의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27%를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0.54억, 인건비 2.10억(엔지니어 2인 과제비 제외), 거점 고정비 2.65억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3,132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7,370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5.30억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62%,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2.65억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-0.52억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숙소 초기 설치비 0.06억은 2026 일회성 비용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(0.54)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(0.54)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(1.15)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(0.11)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(0.12)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(0.33)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1.60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6.06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7.33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(1.59)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(0.52)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1.60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2.66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988만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실속안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1,418만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1,041만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실속안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(실속안)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(표준안)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1,041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반영(0.05억 → 0.11억)했습니다.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제외(실속안 기준 최대 179만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0.54억)에, 초기 일회성 611은 2026 일회성 비용에 반영. 2027 거점 영업손익 +1.60억, 3개년 +7.33억.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+1.60억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2.65억 (인건비 2.10억 + 경비 순증 0.54억, 현지 엔지니어 2인 인건비는 PI-LAM 과제비 충당) + 현지 채용 TO 3명 + 일회성 약 0.12억(3개년, 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+1.60억(인건비 포함), 손익분기는 계획의 62% 수준. 3개년 누적 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0.54억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27%를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/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아반떼급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보증금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30%), 2026 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 2027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864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/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대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2,000km)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7,370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5,392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352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449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 기준(표준안 1,041)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700~900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차량의 30% 기준, 반환 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모니터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회의탁자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인테리어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5,392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5,392만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179만 원 감소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2.65억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