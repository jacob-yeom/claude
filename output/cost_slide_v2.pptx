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delSld">
      <pc:chgData name="Yeom jonghak" userId="9c5ca5bb9745038e" providerId="LiveId" clId="{18183C8E-F94C-411A-9108-9D94713FAEC6}" dt="2026-10-29T10:03:55.009" v="1" actId="2696"/>
      <pc:docMkLst>
        <pc:docMk/>
      </pc:docMkLst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6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7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8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59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0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1"/>
        </pc:sldMkLst>
      </pc:sldChg>
      <pc:sldChg chg="del">
        <pc:chgData name="Yeom jonghak" userId="9c5ca5bb9745038e" providerId="LiveId" clId="{18183C8E-F94C-411A-9108-9D94713FAEC6}" dt="2026-10-29T10:03:43.671" v="0" actId="2696"/>
        <pc:sldMkLst>
          <pc:docMk/>
          <pc:sldMk cId="0" sldId="262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4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5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6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7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8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69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0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1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0" sldId="272"/>
        </pc:sldMkLst>
      </pc:sldChg>
      <pc:sldChg chg="del">
        <pc:chgData name="Yeom jonghak" userId="9c5ca5bb9745038e" providerId="LiveId" clId="{18183C8E-F94C-411A-9108-9D94713FAEC6}" dt="2026-10-29T10:03:55.009" v="1" actId="2696"/>
        <pc:sldMkLst>
          <pc:docMk/>
          <pc:sldMk cId="2594590798" sldId="27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27%를 상계 · 증분 매출 목표(8.5억)의 6% · 2026년 2개월 0.07억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0.52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0.52억, 인건비 2.10억(엔지니어 2인 과제비 제외), 거점 고정비 2.63억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2,100 · 교통·차량 3,132 · 사무실+수당 1,976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7,208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5.27억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62%,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70%에서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2.63억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+1.62억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-0.51억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+7.43억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경남TP 봉암 4동 703호(연 416만 원) 기준. </a:t>
            </a: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(0.07)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(1.11)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(0.05)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(0.06)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(0.27)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6.08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7.43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(1.57)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(0.51)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0.55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1.62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2.68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573</Words>
  <Application>Microsoft Office PowerPoint</Application>
  <PresentationFormat>사용자 지정</PresentationFormat>
  <Paragraphs>80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Arial</vt:lpstr>
      <vt:lpstr>Office Theme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5</cp:revision>
  <dcterms:created xsi:type="dcterms:W3CDTF">2026-09-30T02:35:14Z</dcterms:created>
  <dcterms:modified xsi:type="dcterms:W3CDTF">2026-10-29T10:03:58Z</dcterms:modified>
</cp:coreProperties>
</file>